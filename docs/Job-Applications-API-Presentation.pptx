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JOB APPLICATIONS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Backend Architecture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  <a:latin typeface="Calibri"/>
              </a:defRPr>
            </a:pPr>
            <a:r>
              <a:t>NestJS  ·  TypeScript  ·  PostgreSQL  ·  Redis  · 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Richard Kabue Karoki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Backend / Full Stack Developer — Nairobi, Kenya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What We're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REST API for job recruitment lifecycle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Multi-user platform with role-based access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Real-time notifications via webhooks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Production-grade security &amp; observability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CC15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Multiple user types need different permissions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Status changes must notify employers instantly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Auth must scale horizontally (stateless)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Security: brute force, token theft, injection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1371600"/>
          </a:xfrm>
          <a:prstGeom prst="roundRect">
            <a:avLst/>
          </a:prstGeom>
          <a:solidFill>
            <a:srgbClr val="E0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(Frontend)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200400" cy="1371600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NestJS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(Stateless, Modular)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743200" cy="137160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(Persistent Data)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114800"/>
            <a:ext cx="3200400" cy="13716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(Cache + Tokens + Rate Limit)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─────▶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94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─────▶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NestJS:  Modular architecture with guards, interceptors, pipes — reusable cross-cutting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Redis:  Sub-millisecond reads for token blacklist + rate limiting, shared across instances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Two-Token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Access Token (15 min)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Sent with every request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Short-lived limits exposure window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Refresh Token (7 days)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Stored in database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Used only to get new access tokens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Rotation on every refresh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Family-based revocation on reuse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Token Blacklisting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On logout → access token stored in Redis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With TTL matching remaining expiry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Every protected route checks Redis: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1. Validate JWT signature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2. Check token not in blacklist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3. Verify role matches endpoint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Why not sessions?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Sessions need sticky sessions or shared store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JWTs are stateless — any instance can verify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234E"/>
                </a:solidFill>
                <a:latin typeface="Calibri"/>
              </a:defRPr>
            </a:pPr>
            <a:r>
              <a:t>super_admin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83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Full access — manage users, change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058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employer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80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Post jobs, register webhooks, view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recruiter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977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Review applications, update status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937759"/>
            <a:ext cx="10058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applicant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074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Apply to jobs, view own applications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669280"/>
            <a:ext cx="100584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8064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Implementation:  @UseGuards(JwtAuthGuard, RolesGuard)  +  @Roles(UserRole.EMPLOYER)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CORE BUSINESS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0234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Employer</a:t>
            </a:r>
            <a:br/>
            <a:r>
              <a:t>Creates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 /jobs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Applicant</a:t>
            </a:r>
            <a:br/>
            <a:r>
              <a:t>Browses &amp;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 /jobs/:id/apply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2560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Recruiter</a:t>
            </a:r>
            <a:br/>
            <a:r>
              <a:t>Reviews &amp;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PATCH /applications/:id/status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ACC1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Webhook</a:t>
            </a:r>
            <a:br/>
            <a:r>
              <a:t>Fires to Employer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HMAC-SHA256 signed POST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89120"/>
            <a:ext cx="10058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Webhook Signature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X-Webhook-Signature: sha256=&lt;HMAC-SHA256(payload, WEBHOOK_SECRET)&gt;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Employer verifies the signature to prove payload authenticity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Delivery logged with status code, response time, retry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SECURITY MEASURES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JWT + Refresh 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Short-lived access tokens, rotated refresh tokens, Redis blacklist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RBAC 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4 roles, guard-based enforcement — unauthorized requests never reach controllers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Global 100 req/min, auth routes 10 req/min, account lockout after 5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54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HMAC Webhooks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SHA-256 signed payloads — employers verify authenticity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Whitelist + forbidNonWhitelisted pipes, MaxLength on all string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Helmet + CORS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Security headers via helmet, configurable allowed origins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DEVOPS &amp;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GitHub Actions on every PR: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Commitlint (conventional commits)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ESLint + TypeScript build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Security audit (npm audit + Semgrep)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Docker image build + health check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Unit tests with coverage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E2E tests with SQLite + Redis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Dependabot: weekly dependency updates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Structured Logging (Winston)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JSON format in production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Auth events, security events logged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Prometheus Metrics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HTTP duration, request count, error rate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Active connections, auth attempts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Health Checks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/health/ok (basic)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/health/ready (DB + Redis)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/health/live (uptime)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Response Envelope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{ data, meta, error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Frontend always knows where to find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0584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Error Codes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EMAIL_TAKEN, JOB_NOT_FOUND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Machine-readable for frontend switch()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100584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Migrations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synchronize: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Version-controlled, reversible schema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43400"/>
            <a:ext cx="100584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Webhooks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HMAC-SHA256 signed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Proves payload came from your API, not an attacker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03520"/>
            <a:ext cx="100584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394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Refresh Rotation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Family-based revocation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Stolen token detected → entire family revoked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I'D ADD IN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OAuth (Google)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Users shouldn't need another 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Email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Application confirmations, status updates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Image Uploads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Company logos, resume files (S3/R2)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Real-time status updates for applicants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Elasticsearch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Full-text search across job descriptions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Load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k6 scripts to validate under 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83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JWT + refresh rotation + RBAC + rate limiting + HMAC webhooks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058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80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Modular NestJS, clean separation of concerns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Production 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977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Migrations, Docker, CI/CD, health checks, structured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937759"/>
            <a:ext cx="10058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074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Webhooks for real-time notification to external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Live Demo:  https://job-application-api-17rf.onrender.com/api/v1/docs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Richard Kabue Karoki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Calibri"/>
              </a:defRPr>
            </a:pPr>
            <a:r>
              <a:t>github.com/richiekaroki  ·  linkedin.com/in/richard-karoki007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